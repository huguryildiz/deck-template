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template-pptx.gRVlht/deck-template-E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template-pptx.gRVlht/deck-template-EN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template-pptx.gRVlht/deck-template-EN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template-pptx.gRVlht/deck-template-EN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Hüseyin Uğur Yıldız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 Template</dc:title>
  <dc:subject>Deck Template</dc:subject>
  <dc:creator>Hüseyin Uğur Yıldız</dc:creator>
  <cp:lastModifiedBy>Hüseyin Uğur Yıldız</cp:lastModifiedBy>
  <cp:revision>1</cp:revision>
  <dcterms:created xsi:type="dcterms:W3CDTF">2026-09-12T15:18:23Z</dcterms:created>
  <dcterms:modified xsi:type="dcterms:W3CDTF">2026-09-12T15:18:23Z</dcterms:modified>
</cp:coreProperties>
</file>